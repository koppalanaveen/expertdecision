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02920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09728" cy="5029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Expert Decision Replay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FD8"/>
                </a:solidFill>
              </a:rPr>
              <a:t>(EDRP)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063240"/>
            <a:ext cx="4873752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063240"/>
            <a:ext cx="4873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🎯  MILESTONE 3 —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</a:rPr>
              <a:t>A centralized platform for documenting, managing, replaying
and reviewing strategic organizational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846320"/>
            <a:ext cx="155448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4882896"/>
            <a:ext cx="146303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4846320"/>
            <a:ext cx="1554480" cy="3200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4882896"/>
            <a:ext cx="146303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4846320"/>
            <a:ext cx="1554480" cy="3200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4882896"/>
            <a:ext cx="146303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Flask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79" y="4846320"/>
            <a:ext cx="1554480" cy="3200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599" y="4882896"/>
            <a:ext cx="146303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JWT Auth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4846320"/>
            <a:ext cx="1554480" cy="3200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4882896"/>
            <a:ext cx="146303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72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Group 5  |  Academic Year 2025–26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📋  Presentation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What we'll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6576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502920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1848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8191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Project Overview &amp; Problem Statement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58568"/>
            <a:ext cx="36576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58568"/>
            <a:ext cx="502920" cy="73152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45973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4231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99816"/>
            <a:ext cx="36576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099816"/>
            <a:ext cx="502920" cy="7315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30098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6440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41064"/>
            <a:ext cx="36576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941064"/>
            <a:ext cx="502920" cy="7315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14223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05656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ER Diagram (Entity Relationships)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782312"/>
            <a:ext cx="36576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782312"/>
            <a:ext cx="502920" cy="73152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9834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946904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Decision Lifecycle Workflow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1417320"/>
            <a:ext cx="36576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0" y="1417320"/>
            <a:ext cx="502920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161848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158191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 Roles &amp; RBAC Matrix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2258568"/>
            <a:ext cx="36576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0" y="2258568"/>
            <a:ext cx="502920" cy="7315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20" y="245973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24231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Key Features — Milestone 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099816"/>
            <a:ext cx="36576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099816"/>
            <a:ext cx="502920" cy="7315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30098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326440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API Endpoints Overview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3941064"/>
            <a:ext cx="36576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0" y="3941064"/>
            <a:ext cx="502920" cy="73152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60520" y="414223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4105656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Security Features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4782312"/>
            <a:ext cx="36576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14800" y="4782312"/>
            <a:ext cx="502920" cy="73152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0520" y="49834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4946904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Audit Logging System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80" y="1417320"/>
            <a:ext cx="36576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55280" y="1417320"/>
            <a:ext cx="502920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01000" y="161848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158191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Database Schema Summary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80" y="2258568"/>
            <a:ext cx="36576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55280" y="2258568"/>
            <a:ext cx="502920" cy="7315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01000" y="245973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24231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Project Structure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55280" y="3099816"/>
            <a:ext cx="36576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955280" y="3099816"/>
            <a:ext cx="502920" cy="7315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01000" y="330098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49640" y="326440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UI Screens Overview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55280" y="3941064"/>
            <a:ext cx="36576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55280" y="3941064"/>
            <a:ext cx="502920" cy="73152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01000" y="414223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49640" y="4105656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Deployment &amp; DevOps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5280" y="4782312"/>
            <a:ext cx="36576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55280" y="4782312"/>
            <a:ext cx="502920" cy="7315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01000" y="49834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49640" y="4946904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Conclusion &amp; Achievements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🎯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Expert Decision Replay Platform — The Problem We Solve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577840" cy="1828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64008" cy="18288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5350"/>
                </a:solidFill>
              </a:rPr>
              <a:t>❌ 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• Decisions made verbally or in scattered docs
• No visibility into WHY an alternative was rejected
• No accountability trail for approvals
• Repeating past mistakes due to lost institutional knowledge
• No reporting for leadership visibility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669280" cy="1828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64008" cy="18288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81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A047"/>
                </a:solidFill>
              </a:rPr>
              <a:t>✅  EDRP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19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• Structured, mandatory decision record for every choice
• Alternative Analysis module with pros/cons &amp; cost
• Multi-level approval workflow with full audit log
• Searchable Knowledge Repository with tags/categories
• Analytics dashboards + exportable reports for leadership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4747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D8"/>
                </a:solidFill>
              </a:rPr>
              <a:t>Core Value Propositions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86200"/>
            <a:ext cx="2194560" cy="5943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97763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Institutional Memory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15184" y="3886200"/>
            <a:ext cx="2194560" cy="5943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60903" y="397763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Decision Accountability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3886200"/>
            <a:ext cx="2194560" cy="5943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1768" y="397763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Transparent Governance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6912" y="3886200"/>
            <a:ext cx="2194560" cy="59436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2631" y="397763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Knowledge Reuse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37776" y="3886200"/>
            <a:ext cx="2194560" cy="59436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83496" y="397763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Compliance &amp;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709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🎯  Target Organizations: Enterprises  •  Consulting Firms  •  Government Depts  •  Healthcare  •  Universities  •  Research Orgs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🏗️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Three-tier layered architecture with external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3200400" cy="4389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200400" cy="3657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89888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FRONTEND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920240"/>
            <a:ext cx="292608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79" y="1920240"/>
            <a:ext cx="54864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9751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</a:rPr>
              <a:t>Web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2677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User Interface
HTTP Requests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" y="2834640"/>
            <a:ext cx="292608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79" y="2834640"/>
            <a:ext cx="54864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8895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</a:rPr>
              <a:t>Flask Server :5000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1821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Jinja2 Templating
Reverse Proxy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371600"/>
            <a:ext cx="3200400" cy="4389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1371600"/>
            <a:ext cx="3200400" cy="3657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1389888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BACKEND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920240"/>
            <a:ext cx="292608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1920240"/>
            <a:ext cx="54864" cy="8229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19751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A047"/>
                </a:solidFill>
              </a:rPr>
              <a:t>FastAPI :8000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22677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REST API
Async Support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2834640"/>
            <a:ext cx="292608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2834640"/>
            <a:ext cx="54864" cy="8229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28895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A047"/>
                </a:solidFill>
              </a:rPr>
              <a:t>Auth Module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31821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JWT + OTP
+ RBAC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749039"/>
            <a:ext cx="292608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3749039"/>
            <a:ext cx="54864" cy="8229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62272" y="380390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A047"/>
                </a:solidFill>
              </a:rPr>
              <a:t>Audit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409651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Structured
Logging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4663440"/>
            <a:ext cx="292608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43400" y="4663440"/>
            <a:ext cx="54864" cy="8229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471830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A047"/>
                </a:solidFill>
              </a:rPr>
              <a:t>Email 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2272" y="50109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SMTP
Threaded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0" y="1371600"/>
            <a:ext cx="3200400" cy="4389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86800" y="1371600"/>
            <a:ext cx="3200400" cy="3657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1389888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23960" y="1920240"/>
            <a:ext cx="292608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23960" y="1920240"/>
            <a:ext cx="54864" cy="8229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42832" y="19751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300"/>
                </a:solidFill>
              </a:rPr>
              <a:t>PostgreSQL 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42832" y="22677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Relational DB
JSON Support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23960" y="2834640"/>
            <a:ext cx="292608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823960" y="2834640"/>
            <a:ext cx="54864" cy="8229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42832" y="28895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300"/>
                </a:solidFill>
              </a:rPr>
              <a:t>SQLAlchemy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42832" y="31821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ORM
Abstraction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23960" y="3749039"/>
            <a:ext cx="292608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23960" y="3749039"/>
            <a:ext cx="54864" cy="8229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42832" y="380390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300"/>
                </a:solidFill>
              </a:rPr>
              <a:t>Alembic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42832" y="409651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DB Schema
Migrations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FD8"/>
                </a:solidFill>
              </a:rPr>
              <a:t>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FD8"/>
                </a:solidFill>
              </a:rPr>
              <a:t>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943600"/>
            <a:ext cx="11430000" cy="475488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5943600"/>
            <a:ext cx="54864" cy="47548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01675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5"/>
                </a:solidFill>
              </a:rPr>
              <a:t>External Services:   SMTP Email Server (OTP &amp; Notification Delivery)   |   Docker Container Registry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3108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BFD8"/>
                </a:solidFill>
              </a:rPr>
              <a:t>HTTP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3108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BFD8"/>
                </a:solidFill>
              </a:rPr>
              <a:t>REST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🛠️ 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Full-stack enterprise-grade technology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5760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365760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Frontend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0136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HTML5 / CSS3
(Glassmorphism)
JavaScript ES6+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65760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57600" cy="3200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6304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Frontend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0136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Flask 3.1
Jinja2 Templates
Session Mgmt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365760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3657600" cy="3200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6304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Backend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0136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FastAPI
Python 3.10+
Async / Uvicorn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71800"/>
            <a:ext cx="365760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971800"/>
            <a:ext cx="3657600" cy="3200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01752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5584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PostgreSQL 15
JSON Support
RLS Policies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971800"/>
            <a:ext cx="365760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2971800"/>
            <a:ext cx="365760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01752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ORM / Migrations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35584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SQLAlchemy ORM
Alembic
Version 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971800"/>
            <a:ext cx="365760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2971800"/>
            <a:ext cx="3657600" cy="3200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01752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Authentication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35584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JWT (python-jose)
Passlib + Bcrypt
OTP via SMTP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526280"/>
            <a:ext cx="365760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526280"/>
            <a:ext cx="3657600" cy="3200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57200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1032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SMTP (threaded)
Background Tasks
Auto Notifications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4526280"/>
            <a:ext cx="365760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4526280"/>
            <a:ext cx="3657600" cy="3200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457200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DevOps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91032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Docker
Docker Compose
Git + GitHub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526280"/>
            <a:ext cx="365760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4526280"/>
            <a:ext cx="3657600" cy="3200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57200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Icons / UI Lib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91032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Lucide Icons
Fetch API
async/await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🗄️  Entity Relationship Diagram (ER)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Database entities and their relationships — 18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2834640" cy="1956816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2834640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1453896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1783080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1984248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full_name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2185416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2386584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employee_id 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" y="258775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role_id FK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" y="2788920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team_id FK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" y="2990088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" y="3191256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email_verified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417320"/>
            <a:ext cx="2834640" cy="950976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1417320"/>
            <a:ext cx="2834640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2" y="1453896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1783080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1984248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2185416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description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417320"/>
            <a:ext cx="2834640" cy="950976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1417320"/>
            <a:ext cx="2834640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08192" y="1453896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1783080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8192" y="1984248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8192" y="2185416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description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1417320"/>
            <a:ext cx="2834640" cy="2157984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86800" y="1417320"/>
            <a:ext cx="283464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9952" y="1453896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1783080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9952" y="1984248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title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9952" y="2185416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category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9952" y="2386584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urgency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59952" y="258775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9952" y="2788920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creator_id FK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9952" y="2990088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rationale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59952" y="3191256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financial_impact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9952" y="3392424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risk_level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4160520"/>
            <a:ext cx="2834640" cy="1755648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8600" y="4160520"/>
            <a:ext cx="2834640" cy="34747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1752" y="4197096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ALTERNATIVES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" y="4526280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" y="4727448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decision_id FK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" y="4928616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title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1752" y="5129784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description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" y="533095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estimated_cost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752" y="5532120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feasibility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" y="5733288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recommendation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0" y="4160520"/>
            <a:ext cx="2834640" cy="155448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74720" y="4160520"/>
            <a:ext cx="2834640" cy="34747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47872" y="4197096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REVIEWS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47872" y="4526280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47872" y="4727448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decision_id FK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47872" y="4928616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reviewer_id FK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47872" y="5129784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status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47872" y="533095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comments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47872" y="5532120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reviewed_at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4160520"/>
            <a:ext cx="2834640" cy="155448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35040" y="4160520"/>
            <a:ext cx="283464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08192" y="4197096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DEC_VERSIONS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8192" y="4526280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08192" y="4727448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decision_id FK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08192" y="4928616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version_num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08192" y="5129784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snapshot JSON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08192" y="533095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change_reason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08192" y="5532120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changed_by FK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86800" y="4160520"/>
            <a:ext cx="2834640" cy="1956816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686800" y="4160520"/>
            <a:ext cx="2834640" cy="34747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59952" y="4197096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AUDIT_LOGS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59952" y="4526280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59952" y="4727448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actor_id FK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59952" y="4928616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action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59952" y="5129784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entity_type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59952" y="533095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entity_id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59952" y="5532120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diff JSON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59952" y="5733288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ip_address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59952" y="5934456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user_agent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34747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BFD8"/>
                </a:solidFill>
              </a:rPr>
              <a:t>USERS ──────── DECISIONS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77440" y="64465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BFD8"/>
                </a:solidFill>
              </a:rPr>
              <a:t>DECISIONS ──── ALTERNATIVES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54880" y="64465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BFD8"/>
                </a:solidFill>
              </a:rPr>
              <a:t>DECISIONS ──── REVIEWS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64465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BFD8"/>
                </a:solidFill>
              </a:rPr>
              <a:t>DECISIONS ──── DEC_VERSIONS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18320" y="34747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BFD8"/>
                </a:solidFill>
              </a:rPr>
              <a:t>USERS ──────── AUDIT_LOGS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28600" y="6492240"/>
            <a:ext cx="8229600" cy="2926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20040" y="6528816"/>
            <a:ext cx="164592" cy="16459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21207" y="65196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PK = Primary Key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0" y="6528816"/>
            <a:ext cx="164592" cy="16459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29968" y="65196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FK = Foreign Key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383280" y="6528816"/>
            <a:ext cx="164592" cy="16459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584448" y="65196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Append-Only: AUDIT_LOGS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86400" y="6528816"/>
            <a:ext cx="164592" cy="16459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87568" y="65196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UK = Unique Key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🗄️  ER Diagram — Continued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Discussion, Notifications, Attachments, and Support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2651760" cy="155448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2651760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1453896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178308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1984248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user_id FK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218541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2386584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notification_type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" y="2587752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is_read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" y="278892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created_at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1417320"/>
            <a:ext cx="2651760" cy="1353312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1417320"/>
            <a:ext cx="2651760" cy="34747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453896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DISCUSS_THREADS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178308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1984248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decision_id FK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218541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created_by FK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2386584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topic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2587752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created_at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417320"/>
            <a:ext cx="2651760" cy="1353312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1417320"/>
            <a:ext cx="2651760" cy="34747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1453896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178308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1984248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thread_id FK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218541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user_id FK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2386584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content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2587752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created_at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1417320"/>
            <a:ext cx="2651760" cy="155448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1200" y="1417320"/>
            <a:ext cx="265176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4352" y="1453896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MEETING_NOTES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4352" y="178308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4352" y="1984248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decision_id FK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4352" y="218541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created_by FK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2386584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title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2587752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notes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74352" y="278892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created_at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160520"/>
            <a:ext cx="2651760" cy="155448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8600" y="4160520"/>
            <a:ext cx="2651760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" y="4197096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ATTACHMENTS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" y="452628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" y="4727448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decision_id FK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" y="492861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uploaded_by FK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" y="5129784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filename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1752" y="5330952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file_size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" y="553212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uploaded_at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4160520"/>
            <a:ext cx="2651760" cy="155448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74720" y="4160520"/>
            <a:ext cx="265176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47872" y="4197096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EMAIL_VERIF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47872" y="452628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47872" y="4727448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email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47872" y="492861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code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47872" y="5129784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purpose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47872" y="5330952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expires_at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47872" y="553212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is_verified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75120" y="4160520"/>
            <a:ext cx="2651760" cy="155448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675120" y="4160520"/>
            <a:ext cx="2651760" cy="34747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48272" y="4197096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SUPPORT_TICKETS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48272" y="452628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8272" y="4727448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user_id FK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48272" y="492861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subject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48272" y="5129784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message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48272" y="5330952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status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48272" y="553212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created_at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01200" y="4160520"/>
            <a:ext cx="2651760" cy="1152144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601200" y="4160520"/>
            <a:ext cx="2651760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74352" y="4197096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SYSTEM_SETTINGS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74352" y="452628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74352" y="4727448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key_name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74352" y="492861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value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74352" y="5129784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description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6446520"/>
            <a:ext cx="2651760" cy="155448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28600" y="6446520"/>
            <a:ext cx="2651760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01752" y="6483096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APPROVAL_CHAINS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1752" y="681228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1752" y="7013448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company_id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1752" y="721461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name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1752" y="7415783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steps JSON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1752" y="7616952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is_active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1752" y="781812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created_by FK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474720" y="6446520"/>
            <a:ext cx="2651760" cy="155448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474720" y="6446520"/>
            <a:ext cx="2651760" cy="347472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47872" y="6483096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ACTIVITY_LOGS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47872" y="681228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  id PK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47872" y="7013448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  user_id FK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47872" y="7214616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action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47872" y="7415783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module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47872" y="7616952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details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47872" y="781812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  created_at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🔄  Decision Lifecycle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State machine: from Draft to Archived with full audit trail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2377440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2377440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8094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C5"/>
                </a:solidFill>
              </a:rPr>
              <a:t>Creator edits freely
All fields editable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926080"/>
            <a:ext cx="2377440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926080"/>
            <a:ext cx="237744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98094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337560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C5"/>
                </a:solidFill>
              </a:rPr>
              <a:t>Locked for editing
Reviewers notified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926080"/>
            <a:ext cx="2377440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926080"/>
            <a:ext cx="2377440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98094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APPROVED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337560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C5"/>
                </a:solidFill>
              </a:rPr>
              <a:t>Finalized &amp; versioned
Added to repository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754880"/>
            <a:ext cx="2377440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4754880"/>
            <a:ext cx="2377440" cy="34747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80974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166360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C5"/>
                </a:solidFill>
              </a:rPr>
              <a:t>Creator notified with
rejection reason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2926080"/>
            <a:ext cx="2377440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2926080"/>
            <a:ext cx="2377440" cy="347472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298094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ARCHIVED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337560"/>
            <a:ext cx="2240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EC5"/>
                </a:solidFill>
              </a:rPr>
              <a:t>Historical reference
Read-only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429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00BFD8"/>
                </a:solidFill>
              </a:rPr>
              <a:t>Submit for Review 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429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00BFD8"/>
                </a:solidFill>
              </a:rPr>
              <a:t>All Approve 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429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00BFD8"/>
                </a:solidFill>
              </a:rPr>
              <a:t>Archive 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297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00BFD8"/>
                </a:solidFill>
              </a:rPr>
              <a:t>Any Reject 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166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00BFD8"/>
                </a:solidFill>
              </a:rPr>
              <a:t>Revise &amp; Resubmit 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00BFD8"/>
                </a:solidFill>
              </a:rPr>
              <a:t>Send Back 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297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00BFD8"/>
                </a:solidFill>
              </a:rPr>
              <a:t>Discard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754880"/>
            <a:ext cx="237744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8646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5350"/>
                </a:solidFill>
              </a:rPr>
              <a:t>DISCARDED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577840"/>
            <a:ext cx="11430000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6235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D8"/>
                </a:solidFill>
              </a:rPr>
              <a:t>State Definitions: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07024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• DRAFT — Creator fills structured form; auto-saves every 30s; fully editable
• IN REVIEW — Submitted, locked; assigned reviewers can approve / reject / request revision
• APPROVED — All required levels signed off; permanent Knowledge Repository entry; versioned
• REJECTED — Approver rejected with reason; creator revises and resubmits (new version) or discards
• ARCHIVED — No longer active but searchable for historical reference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👥  User Roles &amp; RBAC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Four roles with role-based access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2697480" cy="3931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2697480" cy="38404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1517904"/>
            <a:ext cx="2587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ADMINISTRATOR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385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ID Format: AD-xxx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267712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System owner — Full access
User/Role/Team mgmt
Org-wide analytics
Audit log access
System configuration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463040"/>
            <a:ext cx="2697480" cy="3931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0" y="1463040"/>
            <a:ext cx="2697480" cy="38404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1517904"/>
            <a:ext cx="2587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9385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ID Format: MN-xxx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267712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Team owner — Team-level access
Approval authority
Team dashboards
Team analytics &amp; reports
Escalation handling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463040"/>
            <a:ext cx="2697480" cy="3931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1463040"/>
            <a:ext cx="2697480" cy="3840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2472" y="1517904"/>
            <a:ext cx="2587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19385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ID Format: RW-xxx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267712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Evaluator — Assigned access
Approve/Reject decisions
Comment &amp; request info
View full decision context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1463040"/>
            <a:ext cx="2697480" cy="3931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1463040"/>
            <a:ext cx="2697480" cy="38404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42832" y="1517904"/>
            <a:ext cx="2587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EMPLOYEE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19385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ID Format: EMP-xxx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267712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Creator — Own decisions
Create &amp; edit drafts
Comment on assigned
View approved decisions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5577840"/>
            <a:ext cx="11430000" cy="1115568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6144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FD8"/>
                </a:solidFill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56144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FD8"/>
                </a:solidFill>
              </a:rPr>
              <a:t>Employee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56144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FD8"/>
                </a:solidFill>
              </a:rPr>
              <a:t>Reviewer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6144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FD8"/>
                </a:solidFill>
              </a:rPr>
              <a:t>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56144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FD8"/>
                </a:solidFill>
              </a:rPr>
              <a:t>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897880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Create 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58978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58978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58978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58978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06247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Approve / Reject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606247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5350"/>
                </a:solidFill>
              </a:rPr>
              <a:t>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606247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606247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606247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227064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Manage Users / Roles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622706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5350"/>
                </a:solidFill>
              </a:rPr>
              <a:t>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622706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5350"/>
                </a:solidFill>
              </a:rPr>
              <a:t>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622706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5350"/>
                </a:solidFill>
              </a:rPr>
              <a:t>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622706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6391656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View All Decisions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0360" y="639165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5350"/>
                </a:solidFill>
              </a:rPr>
              <a:t>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2040" y="639165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5350"/>
                </a:solidFill>
              </a:rPr>
              <a:t>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639165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Team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639165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3A047"/>
                </a:solidFill>
              </a:rPr>
              <a:t>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6556248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Access Audit Logs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80360" y="655624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5350"/>
                </a:solidFill>
              </a:rPr>
              <a:t>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92040" y="655624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5350"/>
                </a:solidFill>
              </a:rPr>
              <a:t>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655624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Team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15400" y="655624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3A047"/>
                </a:solidFill>
              </a:rPr>
              <a:t>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⭐  Key Features — Milestone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Complete feature set delivered across all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749039" cy="5212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749039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53896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Milestone 1 —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361187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✓  User Registration &amp; Login (JWT)
✓  Role-Based Access Control (4 roles)
✓  Team Management
✓  Decision CRUD Operations
✓  Alternative Evaluation Module
✓  Role-Specific Dashboards
✓  File Uploads (PDF, DOCX, PPTX)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417320"/>
            <a:ext cx="3749039" cy="5212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417320"/>
            <a:ext cx="3749039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453896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Milestone 2 — Lifecycle &amp;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1828800"/>
            <a:ext cx="361187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✓  Decision Workflow State Machine
✓  Multi-Step OTP Registration
✓  Auto-Generated Employee IDs
✓  Admin Approval Workflow
✓  72-Hour Persistent Sessions
✓  Real-Time Audit Logging
✓  Decision Replay Engine
✓  Reviewer Assignment System
✓  Discussion Threads &amp; Comments
✓  Meeting Notes per 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3749039" cy="5212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3749039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453896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Milestone 3 — Security &amp; Chains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828800"/>
            <a:ext cx="361187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✓  Structured Audit Logs (JSON diffs)
✓  Append-Only Audit Table (PG triggers)
✓  Decision Audit Trail API
✓  Field-Level Diff Engine
✓  Approval Chain Configuration
✓  Decision Versioning (auto-snapshot)
✓  Row-Level Security (RLS)
✓  Least-Privilege DB Roles
✓  IP &amp; User-Agent Tracking
✓  CSV Export for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📊  Total: 27 Features  |  18 DB Tables  |  20 API Routers  |  36 UI Templates  |  19 SQLAlchemy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🔌  API Endpoints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18 REST API routers — FastAPI backend on Port 8000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11521440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538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Prefix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79" y="1453896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453896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709928"/>
            <a:ext cx="11521440" cy="246888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74650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1746504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user_api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46504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User CRUD, registration, admin approval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975104"/>
            <a:ext cx="11521440" cy="2468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01168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79" y="201168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role_api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011680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Role management and assignment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240280"/>
            <a:ext cx="11521440" cy="246888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27685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/teams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79" y="2276856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team_api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276856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Team creation and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505456"/>
            <a:ext cx="11521440" cy="2468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54203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79" y="2542032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decision_api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542032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Decision lifecycle operations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770632"/>
            <a:ext cx="11521440" cy="246888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80720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/alternatives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79" y="2807208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alternative_api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807208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Alternative evaluation CRUD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035808"/>
            <a:ext cx="11521440" cy="2468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07238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/reviews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79" y="3072384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review_api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3072384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Reviewer assignments &amp; assessments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300984"/>
            <a:ext cx="11521440" cy="246888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33756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/replays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79" y="333756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replay_api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3337560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Decision replay engine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3566160"/>
            <a:ext cx="11521440" cy="2468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60273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/audit-logs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79" y="3602736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audit_api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3602736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Structured audit logs + decision trail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3831336"/>
            <a:ext cx="11521440" cy="246888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386791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/approval-chains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79" y="3867912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approval_chain_api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3867912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Configurable approval chain management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4096512"/>
            <a:ext cx="11521440" cy="2468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413308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/dashboard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79" y="4133088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dashboard_api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4133088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Dashboard data aggregation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4361688"/>
            <a:ext cx="11521440" cy="246888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3982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/profile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68879" y="4398264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profile_api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0" y="4398264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User profile operations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4626864"/>
            <a:ext cx="11521440" cy="2468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466344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/notifications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8879" y="466344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notification_api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0" y="4663440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In-app notification system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" y="4892040"/>
            <a:ext cx="11521440" cy="246888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492861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/discussions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68879" y="4928616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discussion_api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0" y="4928616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Discussion threads and comments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5157216"/>
            <a:ext cx="11521440" cy="2468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519379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/upload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68879" y="5193792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upload_api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0" y="5193792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File upload handling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" y="5422392"/>
            <a:ext cx="11521440" cy="246888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54589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/reports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68879" y="5458968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report_api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0" y="5458968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Report generation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" y="5687568"/>
            <a:ext cx="11521440" cy="2468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572414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/repository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68879" y="5724144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repository_api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0" y="5724144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Decision repository browser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5952744"/>
            <a:ext cx="11521440" cy="246888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598932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/settings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68879" y="598932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settings_api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0" y="5989320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System configuration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8600" y="6217920"/>
            <a:ext cx="11521440" cy="2468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254496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/support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68879" y="6254496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support_api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0" y="6254496"/>
            <a:ext cx="6675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Support ticket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🔐  Security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Enterprise-grade security implemented at every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54406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54864" cy="6858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" y="1472184"/>
            <a:ext cx="523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5350"/>
                </a:solidFill>
              </a:rPr>
              <a:t>🔒  Password Hashing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1764792"/>
            <a:ext cx="5239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Bcrypt via Passlib — passwords never stored in plaintext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417320"/>
            <a:ext cx="54406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417320"/>
            <a:ext cx="54864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5624" y="1472184"/>
            <a:ext cx="523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</a:rPr>
              <a:t>🔒  JWT 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1764792"/>
            <a:ext cx="5239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Stateless tokens with configurable expiry (72-hour Remember Me)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12848"/>
            <a:ext cx="54406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212848"/>
            <a:ext cx="54864" cy="6858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2267712"/>
            <a:ext cx="523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A047"/>
                </a:solidFill>
              </a:rPr>
              <a:t>🔒  Role-Based Access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" y="2560320"/>
            <a:ext cx="5239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Four roles with endpoint-level permission checks via RBAC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2212848"/>
            <a:ext cx="54406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2212848"/>
            <a:ext cx="54864" cy="685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2267712"/>
            <a:ext cx="523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300"/>
                </a:solidFill>
              </a:rPr>
              <a:t>🔒  Email OTP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2560320"/>
            <a:ext cx="5239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6-digit codes with expiration before account activation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008376"/>
            <a:ext cx="54406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3008376"/>
            <a:ext cx="54864" cy="685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3063240"/>
            <a:ext cx="523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D8"/>
                </a:solidFill>
              </a:rPr>
              <a:t>🔒  Admin Approval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" y="3355848"/>
            <a:ext cx="5239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Accounts remain pending until administrator verifies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008376"/>
            <a:ext cx="54406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3008376"/>
            <a:ext cx="54864" cy="6858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35624" y="3063240"/>
            <a:ext cx="523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5350"/>
                </a:solidFill>
              </a:rPr>
              <a:t>🔒  Append-Only Audit Logs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5624" y="3355848"/>
            <a:ext cx="5239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PostgreSQL triggers block UPDATE/DELETE on audit_logs 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803904"/>
            <a:ext cx="54406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3803904"/>
            <a:ext cx="54864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" y="3858768"/>
            <a:ext cx="523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</a:rPr>
              <a:t>🔒  Row-Level 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" y="4151376"/>
            <a:ext cx="5239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PostgreSQL RLS policies restrict audit log access by role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3803904"/>
            <a:ext cx="54406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89320" y="3803904"/>
            <a:ext cx="54864" cy="6858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3858768"/>
            <a:ext cx="523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A047"/>
                </a:solidFill>
              </a:rPr>
              <a:t>🔒  Least-Privilege DB Roles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5624" y="4151376"/>
            <a:ext cx="5239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Separate edrp_app role with SELECT/INSERT only on audit tables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4599432"/>
            <a:ext cx="54406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8600" y="4599432"/>
            <a:ext cx="54864" cy="685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" y="4654296"/>
            <a:ext cx="523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300"/>
                </a:solidFill>
              </a:rPr>
              <a:t>🔒  IP &amp; User-Agent Tracking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4" y="4946904"/>
            <a:ext cx="5239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Client metadata captured in every audit trail entry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4599432"/>
            <a:ext cx="54406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89320" y="4599432"/>
            <a:ext cx="54864" cy="685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35624" y="4654296"/>
            <a:ext cx="523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D8"/>
                </a:solidFill>
              </a:rPr>
              <a:t>🔒  Field-Level Diff Logging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35624" y="4946904"/>
            <a:ext cx="5239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Every change recorded with before/after field values in 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📊  Audit Logging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Enterprise-grade compliance tracking — append-only, immutable audit trail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1691640" cy="7772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691639"/>
            <a:ext cx="1581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User
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4248" y="181051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FD8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554480"/>
            <a:ext cx="1691640" cy="7772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21992" y="1691639"/>
            <a:ext cx="1581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Auth
Middleware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181051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FD8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1554480"/>
            <a:ext cx="1691640" cy="7772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6512" y="1691639"/>
            <a:ext cx="1581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Business
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3288" y="181051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FD8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554480"/>
            <a:ext cx="1691640" cy="7772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1691639"/>
            <a:ext cx="1581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Diff
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181051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FD8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554480"/>
            <a:ext cx="1691640" cy="7772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1691639"/>
            <a:ext cx="1581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Audit Log
Entry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181051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FD8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1554480"/>
            <a:ext cx="1691640" cy="7772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1691639"/>
            <a:ext cx="1581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PostgreSQL
Append-Only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606040"/>
            <a:ext cx="36576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2606040"/>
            <a:ext cx="3657600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642616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Structured Logs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2935224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Each entry captures actor, action, entity,
field-level diffs (before/after), IP, user-agent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2606040"/>
            <a:ext cx="36576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69080" y="2606040"/>
            <a:ext cx="3657600" cy="29260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2642616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Append-Only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2935224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Database triggers prevent any modification
or deletion of audit records — immutable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2606040"/>
            <a:ext cx="36576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09560" y="2606040"/>
            <a:ext cx="3657600" cy="29260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2642616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Decision Audit Trail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2935224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Full timeline API aggregating versions,
reviews, comments, uploads, and audit events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840480"/>
            <a:ext cx="36576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3840480"/>
            <a:ext cx="3657600" cy="29260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877056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Real-Time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4169664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5-second auto-refresh with filtering
by entity, actor, action, and date range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69080" y="3840480"/>
            <a:ext cx="36576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69080" y="3840480"/>
            <a:ext cx="3657600" cy="2926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60520" y="3877056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CSV Export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4169664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One-click export of filtered audit logs
for compliance reporting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09560" y="3840480"/>
            <a:ext cx="36576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09560" y="3840480"/>
            <a:ext cx="3657600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01000" y="3877056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Legacy Backfill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4169664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Migration script carries historical events
from activity_logs into audit_logs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5852160"/>
            <a:ext cx="1152144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8600" y="5852160"/>
            <a:ext cx="54864" cy="82296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592531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📋  Audit Log Entry Example:  { "actor_id": 12, "action": "DECISION_STATUS_CHANGED", "entity_type": "decisions", "entity_id": 45, "diff": { "status": {"before": "draft", "after": "in_review"} }, "ip_address": "192.168.1.10", "user_agent": "Mozilla/5.0..."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🗃️  Database Schema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18 tables — PostgreSQL 15 with JSON support, RLS, and triggers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11521440" cy="289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53896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453896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453896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 Relationships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707184"/>
            <a:ext cx="11521440" cy="244144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743760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743760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User accounts with roles and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1743760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FK → roles, teams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960473"/>
            <a:ext cx="11521440" cy="244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997049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1997049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Role definitions (Admin, Manager, Reviewer, Emp)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997049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Referenced by users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213762"/>
            <a:ext cx="11521440" cy="244144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250338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teams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250338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Organizational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250338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Referenced by users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467051"/>
            <a:ext cx="11521440" cy="244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503627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2503627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Decision records with full metadata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2503627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FK → users (creator)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720340"/>
            <a:ext cx="11521440" cy="244144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756916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300"/>
                </a:solidFill>
              </a:rPr>
              <a:t>decision_versions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2756916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Version snapshots of decisions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2756916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FK → decisions, users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2973628"/>
            <a:ext cx="11521440" cy="244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010204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alternatives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3010204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Evaluated alternatives per 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3010204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FK → decisions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226917"/>
            <a:ext cx="11521440" cy="244144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263493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reviews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3263493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Reviewer assessments of decisions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0" y="3263493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FK → decisions, users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3480206"/>
            <a:ext cx="11521440" cy="244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516782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F5350"/>
                </a:solidFill>
              </a:rPr>
              <a:t>audit_logs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3516782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Append-only structured audit trail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3516782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FK → users (actor) [RLS]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3733495"/>
            <a:ext cx="11521440" cy="244144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3770071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activity_logs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3770071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Legacy activity event logging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0" y="3770071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FK → users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3986784"/>
            <a:ext cx="11521440" cy="244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4023360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approval_chain_configs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0" y="4023360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Multi-step approval chain definitions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0" y="4023360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FK → users (creator)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4240072"/>
            <a:ext cx="11521440" cy="244144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276648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notifications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60320" y="4276648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In-app user notifications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0" y="4276648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FK → users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4493361"/>
            <a:ext cx="11521440" cy="244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4529937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discussion_threads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60320" y="4529937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Discussion topics per decision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0" y="4529937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FK → decisions, users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" y="4746650"/>
            <a:ext cx="11521440" cy="244144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4783226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comments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60320" y="4783226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Threaded comments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8080" y="4783226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FK → threads, users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4999939"/>
            <a:ext cx="11521440" cy="244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5036515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meeting_notes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60320" y="5036515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Meeting notes per decision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80" y="5036515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FK → decisions, users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" y="5253228"/>
            <a:ext cx="11521440" cy="244144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5289804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attachments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60320" y="5289804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File uploads per decision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8080" y="5289804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FK → decisions, users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" y="5506516"/>
            <a:ext cx="11521440" cy="244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5543092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email_verifications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60320" y="5543092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OTP verification codes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80" y="5543092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Standalone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5759805"/>
            <a:ext cx="11521440" cy="244144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5796381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support_tickets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60320" y="5796381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User support requests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8080" y="5796381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FK → users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8600" y="6013094"/>
            <a:ext cx="11521440" cy="244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049670"/>
            <a:ext cx="228600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FD8"/>
                </a:solidFill>
              </a:rPr>
              <a:t>system_settings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560320" y="6049670"/>
            <a:ext cx="493776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Application configuration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98080" y="6049670"/>
            <a:ext cx="4206240" cy="24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BEC5"/>
                </a:solidFill>
              </a:rPr>
              <a:t>Standalone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📁  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Organized mono-repo with clean separation of concerns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5029200" cy="5212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54864" cy="52120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47548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FD8"/>
                </a:solidFill>
              </a:rPr>
              <a:t>EDRP/
├── backend/app/
│   ├── api/            # 20 FastAPI route handlers
│   ├── models/         # 19 SQLAlchemy ORM models
│   ├── services/       # 17 business logic services
│   ├── repositories/   # Data access layer
│   ├── schemas/        # Pydantic request/response models
│   ├── dependencies/   # Auth &amp; role injection
│   ├── utils/          # diff.py (field-level diff engine)
│   └── main.py         # FastAPI app entry point
├── frontend/
│   ├── app.py          # Flask server (851 lines)
│   ├── templates/      # 36 Jinja2 HTML templates
│   └── static/         # JS (14 files), CSS, images
├── database/
│   ├── schema.sql      # DB schema definition
│   ├── seed.sql        # Sample data seeding
│   └── migrations/     # Alembic migrations
├── docker/
│   ├── Dockerfile.backend
│   ├── Dockerfile.frontend
│   └── docker-compose.yml
└── docs/
    ├── Architecture.pdf
    ├── ERDiagram.pdf
    ├── API_Documentation.pdf
    └── User_Manual.pdf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417320"/>
            <a:ext cx="292608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1417320"/>
            <a:ext cx="292608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79" y="155448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88E5"/>
                </a:solidFill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207568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C5"/>
                </a:solidFill>
              </a:rPr>
              <a:t>API Routers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417320"/>
            <a:ext cx="292608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40" y="1417320"/>
            <a:ext cx="2926080" cy="7315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55448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3A047"/>
                </a:solidFill>
              </a:rPr>
              <a:t>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07568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C5"/>
                </a:solidFill>
              </a:rPr>
              <a:t>ORM Models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2606040"/>
            <a:ext cx="292608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77840" y="2606040"/>
            <a:ext cx="292608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79" y="274320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B300"/>
                </a:solidFill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79" y="326440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C5"/>
                </a:solidFill>
              </a:rPr>
              <a:t>Services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2606040"/>
            <a:ext cx="292608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0" y="2606040"/>
            <a:ext cx="2926080" cy="7315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274320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FD8"/>
                </a:solidFill>
              </a:rPr>
              <a:t>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26440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C5"/>
                </a:solidFill>
              </a:rPr>
              <a:t>HTML Templates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3794760"/>
            <a:ext cx="292608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77840" y="3794760"/>
            <a:ext cx="292608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79" y="393192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88E5"/>
                </a:solidFill>
              </a:rP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79" y="445312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C5"/>
                </a:solidFill>
              </a:rPr>
              <a:t>JS Modules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3794760"/>
            <a:ext cx="292608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78240" y="3794760"/>
            <a:ext cx="2926080" cy="7315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393192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F5350"/>
                </a:solidFill>
              </a:rPr>
              <a:t>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45312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C5"/>
                </a:solidFill>
              </a:rPr>
              <a:t>DB Tables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🖥️  UI Screens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36 Jinja2 templates — Glassmorphism design with dark theme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5303520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5303520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53896"/>
            <a:ext cx="5166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746504"/>
            <a:ext cx="516635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login.html
• register.html
• Landing page with OTP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9" y="1417320"/>
            <a:ext cx="5303520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59" y="1417320"/>
            <a:ext cx="5303520" cy="29260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199" y="1453896"/>
            <a:ext cx="5166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199" y="1746504"/>
            <a:ext cx="516635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admin_dashboard.html
• manager_dashboard.html
• employee_dashboard.html
• Role-specific live views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770632"/>
            <a:ext cx="5303520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770632"/>
            <a:ext cx="5303520" cy="29260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807208"/>
            <a:ext cx="5166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Decision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099816"/>
            <a:ext cx="516635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create_decision.html
• decision_details.html
• decisions.html
• Full lifecycle CRUD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59" y="2770632"/>
            <a:ext cx="5303520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59" y="2770632"/>
            <a:ext cx="5303520" cy="29260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199" y="2807208"/>
            <a:ext cx="5166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Review &amp; Replay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199" y="3099816"/>
            <a:ext cx="516635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reviews.html
• replays.html
• Step-by-step decision replay viewer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123944"/>
            <a:ext cx="5303520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4123944"/>
            <a:ext cx="5303520" cy="29260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160520"/>
            <a:ext cx="5166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Audit &amp;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453128"/>
            <a:ext cx="516635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audit.html
• reports.html
• 5-sec auto-refresh, CSV export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59" y="4123944"/>
            <a:ext cx="5303520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59" y="4123944"/>
            <a:ext cx="5303520" cy="2926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199" y="4160520"/>
            <a:ext cx="5166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Collaboration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199" y="4453128"/>
            <a:ext cx="516635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discussion.html
• meeting_notes linked to decisions
• upload.html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477255"/>
            <a:ext cx="5303520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5477255"/>
            <a:ext cx="5303520" cy="29260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513831"/>
            <a:ext cx="5166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Administration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5806440"/>
            <a:ext cx="516635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users.html
• roles.html
• teams.html
• settings.html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59" y="5477255"/>
            <a:ext cx="5303520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0759" y="5477255"/>
            <a:ext cx="5303520" cy="29260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199" y="5513831"/>
            <a:ext cx="51663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Support &amp; Profile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199" y="5806440"/>
            <a:ext cx="516635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profile.html
• support.html
• notifications.html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🚀  User Onboarding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Multi-step OTP registration with admin approval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1828800" cy="1143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920240"/>
            <a:ext cx="17190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
Visit /register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14884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FD8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737360"/>
            <a:ext cx="1828800" cy="11430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3432" y="1920240"/>
            <a:ext cx="17190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
Enter Name &amp;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8" y="214884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FD8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737360"/>
            <a:ext cx="1828800" cy="1143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1920240"/>
            <a:ext cx="17190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
System Sends OTP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7" y="214884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FD8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737360"/>
            <a:ext cx="1828800" cy="11430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920240"/>
            <a:ext cx="17190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
Verify 6-Digit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214884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FD8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737360"/>
            <a:ext cx="1828800" cy="1143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920240"/>
            <a:ext cx="17190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
Set Credentials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85248" y="214884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FD8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0" y="1737360"/>
            <a:ext cx="1828800" cy="11430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31552" y="1920240"/>
            <a:ext cx="17190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
Auto-Generate 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246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OTP
Verified?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977639"/>
            <a:ext cx="5303520" cy="5943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114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✅  Account Status: PENDING APPROVAL → Admin Notified via Email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754880"/>
            <a:ext cx="228600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754880"/>
            <a:ext cx="2286000" cy="29260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479145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Admin Reviews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5120640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Admin approves or
rejects the pending
account request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754880"/>
            <a:ext cx="2377440" cy="5943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48280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✅  APPROVED
User Receives Email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5532120"/>
            <a:ext cx="2377440" cy="5943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56052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🔑  Login &amp; Dashboard
Full Platform Access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4754880"/>
            <a:ext cx="2377440" cy="59436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7880" y="48280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❌  REJECTED
User Receives Email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5532120"/>
            <a:ext cx="237744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97880" y="56052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⛔  Account Cannot Login
Request Closed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20" y="3246120"/>
            <a:ext cx="3200400" cy="5943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13648" y="33375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❌  OTP Expired/Wrong → Resend OTP (retry allowed)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🐳  Deployment &amp;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Docker-based containerized deployment with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11430000" cy="3474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1143000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Docker Compose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338328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74519"/>
            <a:ext cx="3383280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0195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edrp-frontend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04288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Flask Container
Port: 5000
Jinja2 + Session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874519"/>
            <a:ext cx="338328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1874519"/>
            <a:ext cx="3383280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90195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edrp-backend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304288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FastAPI Container
Port: 8000
Uvicorn + ASGI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874519"/>
            <a:ext cx="338328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1874519"/>
            <a:ext cx="338328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90195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edrp-db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304288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PostgreSQL 15
Port: 5432
Persistent 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017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FD8"/>
                </a:solidFill>
              </a:rPr>
              <a:t>▶ HTTP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017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FD8"/>
                </a:solidFill>
              </a:rPr>
              <a:t>▶ SQL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74920"/>
            <a:ext cx="11430000" cy="5943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023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FD8"/>
                </a:solidFill>
              </a:rPr>
              <a:t>🌐  Frontend (Flask)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675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http://localhost:5000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1023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FD8"/>
                </a:solidFill>
              </a:rPr>
              <a:t>🌐  Backend API (FastAPI)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3675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http://localhost:8000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1023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FD8"/>
                </a:solidFill>
              </a:rPr>
              <a:t>🌐  API Swagger Docs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3675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http://localhost:8000/docs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806440"/>
            <a:ext cx="114300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8338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3A047"/>
                </a:solidFill>
              </a:rPr>
              <a:t>Quick Start: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1081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FD8"/>
                </a:solidFill>
              </a:rPr>
              <a:t>$ git clone https://github.com/KoppalaNaveen/EDRP.git  →  cd docker  →  docker-compose up --build  →  Access http://localhost:5000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📈  Goals &amp; Success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Measurable targets for platform adoption and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539496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54864" cy="13258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5394960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630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8E5"/>
                </a:solidFill>
              </a:rPr>
              <a:t>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105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Metric: % of org decisions logged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67128"/>
            <a:ext cx="512064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21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</a:rPr>
              <a:t>🎯  &gt; 70% within 3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417320"/>
            <a:ext cx="539496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417320"/>
            <a:ext cx="54864" cy="13258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417320"/>
            <a:ext cx="5394960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4630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</a:rPr>
              <a:t>Approval 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8105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Metric: Avg. approval turnaround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167128"/>
            <a:ext cx="512064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221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A047"/>
                </a:solidFill>
              </a:rPr>
              <a:t>🎯  &lt; 48 hrs (standard)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926080"/>
            <a:ext cx="539496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2926080"/>
            <a:ext cx="54864" cy="132588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2926080"/>
            <a:ext cx="5394960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9718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300"/>
                </a:solidFill>
              </a:rPr>
              <a:t>Knowledge Reuse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3192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Metric: Searches/week on Repository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75888"/>
            <a:ext cx="512064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30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300"/>
                </a:solidFill>
              </a:rPr>
              <a:t>🎯  Growing month over month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926080"/>
            <a:ext cx="539496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2926080"/>
            <a:ext cx="54864" cy="132588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2926080"/>
            <a:ext cx="5394960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29718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FD8"/>
                </a:solidFill>
              </a:rPr>
              <a:t>System Reliability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3192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Metric: API uptime SLA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3675888"/>
            <a:ext cx="512064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730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D8"/>
                </a:solidFill>
              </a:rPr>
              <a:t>🎯  99.5% uptime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434840"/>
            <a:ext cx="539496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4434840"/>
            <a:ext cx="54864" cy="13258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4434840"/>
            <a:ext cx="5394960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48055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8E5"/>
                </a:solidFill>
              </a:rPr>
              <a:t>Performance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828031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Metric: API p95 latency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184648"/>
            <a:ext cx="512064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239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</a:rPr>
              <a:t>🎯  &lt; 300ms standard reads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4434840"/>
            <a:ext cx="539496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43600" y="4434840"/>
            <a:ext cx="54864" cy="132588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4434840"/>
            <a:ext cx="5394960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448055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5350"/>
                </a:solidFill>
              </a:rPr>
              <a:t>Auditability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828031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Metric: Decisions with complete audit trail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5184648"/>
            <a:ext cx="512064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5239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5350"/>
                </a:solidFill>
              </a:rPr>
              <a:t>🎯  100% — non-negotiable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394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91440" cy="53949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🎉  Milestone 3 —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FD8"/>
                </a:solidFill>
              </a:rPr>
              <a:t>Expert Decision Replay Platform —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</a:rPr>
              <a:t>✅  Full 3-Tier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Flask frontend + FastAPI backend + PostgreSQL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</a:rPr>
              <a:t>✅  18 Database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42316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Complete relational schema with RLS, triggers &amp; migrations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71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</a:rPr>
              <a:t>✅  20 REST API Routers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9184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Comprehensive API with Swagger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71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</a:rPr>
              <a:t>✅  36 UI 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9184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Glassmorphism dark-theme responsive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404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</a:rPr>
              <a:t>✅  Enterprise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60519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JWT, RBAC, OTP, Bcrypt, append-only audit, row-level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404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</a:rPr>
              <a:t>✅  Decision Replay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160519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Step-by-step decision history playback with versioning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7091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</a:rPr>
              <a:t>✅  Approval Chain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029199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Multi-step configurable approval workflows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7091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</a:rPr>
              <a:t>✅  Docker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029199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Containerized with docker-compose for easy deployment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217920"/>
            <a:ext cx="12188952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2910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FD8"/>
                </a:solidFill>
              </a:rPr>
              <a:t>Expert Decision Replay Platform  |  Group 5  |  Milestone 3 Final  |  2025–26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| Milestone 3 | Group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