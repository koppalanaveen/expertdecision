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88952" cy="5394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0"/>
            <a:ext cx="109728" cy="5394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Expert Decision Replay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FD8"/>
                </a:solidFill>
              </a:rPr>
              <a:t>(EDRP)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3017520"/>
            <a:ext cx="5239512" cy="5486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3017520"/>
            <a:ext cx="52395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🎯  MILESTONE 3  — 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</a:rPr>
              <a:t>A centralized platform for documenting, managing, replaying
and reviewing strategic organizational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4800600"/>
            <a:ext cx="1645920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800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4800600"/>
            <a:ext cx="1645920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4800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3792" y="4800600"/>
            <a:ext cx="1645920" cy="34747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4800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Flask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67728" y="4800600"/>
            <a:ext cx="1645920" cy="34747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4800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JWT + OTP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41664" y="4800600"/>
            <a:ext cx="1645920" cy="34747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41664" y="4800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EC5"/>
                </a:solidFill>
              </a:rPr>
              <a:t>Group 5  |  Academic Year 2025–26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 |  Milestone 3  |  Group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🎯  Project Overview &amp; User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FD8"/>
                </a:solidFill>
              </a:rPr>
              <a:t>What EDRP solves and who uses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 |  Milestone 3  | 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280160"/>
            <a:ext cx="5577840" cy="228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280160"/>
            <a:ext cx="64008" cy="22860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344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5350"/>
                </a:solidFill>
              </a:rPr>
              <a:t>❌ 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7373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Decisions made verbally or in scattered docs
• No visibility into WHY an alternative was rejected
• No accountability trail for approvals
• Repeating past mistakes — lost institutional knowledge
• No reporting for leadership visibility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577840" cy="228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64008" cy="22860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344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3A047"/>
                </a:solidFill>
              </a:rPr>
              <a:t>✅  EDRP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737360"/>
            <a:ext cx="5394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• Structured mandatory decision record for every choice
• Alternative Analysis module — pros/cons, cost, risk
• Multi-level approval workflow with full audit log
• Searchable Knowledge Repository with tags/categories
• Analytics dashboards + exportable reports for leadership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374903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D8"/>
                </a:solidFill>
              </a:rPr>
              <a:t>👥  User Roles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160520"/>
            <a:ext cx="2834640" cy="2468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4160520"/>
            <a:ext cx="2834640" cy="384048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" y="4187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ADMIN
AD-xxx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617720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System owner
Full access, user mgmt
Audit logs, config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18688" y="4160520"/>
            <a:ext cx="2834640" cy="2468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18688" y="4160520"/>
            <a:ext cx="2834640" cy="38404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4187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MANAGER
MN-xxx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4617720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Team decisions
Approval authority
Team analytics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4160520"/>
            <a:ext cx="2834640" cy="2468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8776" y="4160520"/>
            <a:ext cx="2834640" cy="38404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1928" y="4187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REVIEWER
RW-xxx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4617720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Approve / Reject
Comment &amp; evaluate
Assigned decisions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98864" y="4160520"/>
            <a:ext cx="2834640" cy="2468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98864" y="4160520"/>
            <a:ext cx="2834640" cy="38404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72016" y="41879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EMPLOYEE
EMP-xxx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0304" y="4617720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Create decisions
Comment on assigned
View own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🏗️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FD8"/>
                </a:solidFill>
              </a:rPr>
              <a:t>Three-tier layered architecture — Frontend · Backend ·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 |  Milestone 3  |  Group 5</a:t>
            </a:r>
          </a:p>
        </p:txBody>
      </p:sp>
      <p:pic>
        <p:nvPicPr>
          <p:cNvPr id="8" name="Picture 7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🗄️  Entity Relationship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FD8"/>
                </a:solidFill>
              </a:rPr>
              <a:t>18 database tables — PostgreSQL 15 with JSON support, RLS &amp; triggers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 |  Milestone 3  |  Group 5</a:t>
            </a:r>
          </a:p>
        </p:txBody>
      </p:sp>
      <p:pic>
        <p:nvPicPr>
          <p:cNvPr id="8" name="Picture 7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4440"/>
            <a:ext cx="1179576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🔄  Core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FD8"/>
                </a:solidFill>
              </a:rPr>
              <a:t>Decision Lifecycle State Machine  &amp;  User Onboarding Registration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 |  Milestone 3  |  Group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280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FD8"/>
                </a:solidFill>
              </a:rPr>
              <a:t>Decision Lifecycle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27632"/>
            <a:ext cx="594360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12801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FD8"/>
                </a:solidFill>
              </a:rPr>
              <a:t>User Onboarding Flow</a:t>
            </a:r>
          </a:p>
        </p:txBody>
      </p:sp>
      <p:pic>
        <p:nvPicPr>
          <p:cNvPr id="11" name="Picture 10" descr="onboar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27632"/>
            <a:ext cx="5760720" cy="26517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28600" y="4434840"/>
            <a:ext cx="11658600" cy="2194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4434840"/>
            <a:ext cx="64008" cy="2194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448056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D8"/>
                </a:solidFill>
              </a:rPr>
              <a:t>State Definitions: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818888"/>
            <a:ext cx="11338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• DRAFT  —  Creator fills structured form; auto-saved every 30s; all fields editable
• IN REVIEW  —  Locked; assigned reviewers can approve / reject / request revision
• APPROVED  —  All required levels signed off; added to permanent Knowledge Repository; auto-versioned
• REJECTED  —  Approver rejected with reason; creator can revise and resubmit or discard
• ARCHIVED  —  No longer active but remains searchable for historical reference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⭐  Key Features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FD8"/>
                </a:solidFill>
              </a:rPr>
              <a:t>27 features across 3 milestones — full enterprise-grade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 |  Milestone 3  |  Group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280160"/>
            <a:ext cx="5303520" cy="5212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280160"/>
            <a:ext cx="5303520" cy="34747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07592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Milestones 1 &amp; 2 — Foundation +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691640"/>
            <a:ext cx="5166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✓  User Registration + Login (JWT auth)
✓  RBAC — 4 roles with OTP email verify
✓  Decision CRUD + Alternative Evaluation
✓  Decision Replay Engine (step-by-step)
✓  Discussion Threads + Meeting Notes
✓  Reviewer Assignment System
✓  File Uploads (PDF, DOCX, PPTX)
✓  72-hr Persistent Sessions (Remember Me)
✓  Admin Approval Workflow + Email Notifs
✓  Real-Time Audit Dashboard (5s refresh)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280160"/>
            <a:ext cx="5303520" cy="5212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1280160"/>
            <a:ext cx="5303520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9592" y="1307592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Milestone 3 — Security &amp; Approval Chains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9592" y="1691640"/>
            <a:ext cx="5166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5"/>
                </a:solidFill>
              </a:rPr>
              <a:t>✓  Structured Audit Logs (JSON field diffs)
✓  Append-Only Audit Table (PG triggers)
✓  Decision Audit Trail Timeline API
✓  Field-Level Diff Engine (before/after)
✓  Approval Chain Configuration (multi-step)
✓  Decision Versioning (auto-snapshot)
✓  Row-Level Security (PostgreSQL RLS)
✓  Least-Privilege DB Roles (edrp_app)
✓  IP &amp; User-Agent Tracking in audit
✓  CSV Export for Compliance Reporting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201400" y="1280160"/>
            <a:ext cx="868680" cy="521208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28832" y="1417320"/>
            <a:ext cx="804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BFD8"/>
                </a:solidFill>
              </a:rPr>
              <a:t>TECH
STACK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28832" y="2240280"/>
            <a:ext cx="804672" cy="5943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28832" y="2240280"/>
            <a:ext cx="804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228832" y="2926080"/>
            <a:ext cx="804672" cy="5943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28832" y="2926080"/>
            <a:ext cx="804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PostgreSQL 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228832" y="3611880"/>
            <a:ext cx="804672" cy="59436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28832" y="3611880"/>
            <a:ext cx="804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Flask 3.1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228832" y="4297680"/>
            <a:ext cx="804672" cy="59436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28832" y="4297680"/>
            <a:ext cx="804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SQLAlchemy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228832" y="4983480"/>
            <a:ext cx="804672" cy="59436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28832" y="4983480"/>
            <a:ext cx="804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JWT + Bcrypt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228832" y="5669280"/>
            <a:ext cx="804672" cy="5943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28832" y="5669280"/>
            <a:ext cx="804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Docker Compose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15568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🔌  API, Security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FD8"/>
                </a:solidFill>
              </a:rPr>
              <a:t>18 REST API routers · Enterprise security · Milestone 3 achievements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Expert Decision Replay Platform (EDRP)  |  Milestone 3  |  Group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26187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D8"/>
                </a:solidFill>
              </a:rPr>
              <a:t>REST API Endpoints (18 Routers)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600200"/>
            <a:ext cx="5943600" cy="2743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627632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Prefix  |  Module  |  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920240"/>
            <a:ext cx="59436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0116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/users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0116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/roles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0116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/teams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304288"/>
            <a:ext cx="5943600" cy="384048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39572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/decisions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39572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/alternatives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39572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/reviews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688336"/>
            <a:ext cx="59436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77977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/replays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277977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/audit-logs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77977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/approval-chains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072384"/>
            <a:ext cx="5943600" cy="384048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1638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/dashboard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1638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/profile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1638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/notifications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3456432"/>
            <a:ext cx="59436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5478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/discussions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35478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/upload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5478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/reports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840480"/>
            <a:ext cx="5943600" cy="384048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93192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/repository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393192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/settings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393192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BFD8"/>
                </a:solidFill>
              </a:rPr>
              <a:t>/support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26187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D8"/>
                </a:solidFill>
              </a:rPr>
              <a:t>Security Features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627632"/>
            <a:ext cx="269748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1627632"/>
            <a:ext cx="54864" cy="43891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171907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🔒 Bcrypt Password Hashing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5440" y="1627632"/>
            <a:ext cx="269748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35440" y="1627632"/>
            <a:ext cx="54864" cy="43891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45167" y="171907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🔑 JWT Auth (72-hr sessions)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103120"/>
            <a:ext cx="269748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2103120"/>
            <a:ext cx="54864" cy="43891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0528" y="21945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🛡️ RBAC Endpoint Guards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2103120"/>
            <a:ext cx="269748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35440" y="2103120"/>
            <a:ext cx="54864" cy="43891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45167" y="2194560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📧 Email OTP Verification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2578608"/>
            <a:ext cx="269748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00800" y="2578608"/>
            <a:ext cx="54864" cy="43891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10528" y="2670048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✅ Admin Approval Workflow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35440" y="2578608"/>
            <a:ext cx="269748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235440" y="2578608"/>
            <a:ext cx="54864" cy="438912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45167" y="2670048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📋 Append-Only Audit Logs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3054096"/>
            <a:ext cx="269748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0" y="3054096"/>
            <a:ext cx="54864" cy="43891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10528" y="314553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🔐 PostgreSQL RLS Policies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35440" y="3054096"/>
            <a:ext cx="269748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35440" y="3054096"/>
            <a:ext cx="54864" cy="43891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45167" y="3145536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👤 Least-Privilege DB Roles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3529584"/>
            <a:ext cx="269748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00800" y="3529584"/>
            <a:ext cx="54864" cy="43891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10528" y="3621024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🌐 IP &amp; User-Agent Tracking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35440" y="3529584"/>
            <a:ext cx="269748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35440" y="3529584"/>
            <a:ext cx="54864" cy="43891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45167" y="3621024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C5"/>
                </a:solidFill>
              </a:rPr>
              <a:t>📊 Field-Level Diff Logging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4892040"/>
            <a:ext cx="11658600" cy="17556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28600" y="4892040"/>
            <a:ext cx="64008" cy="1755648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4048" y="49377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A047"/>
                </a:solidFill>
              </a:rPr>
              <a:t>🎉  Milestone 3 — Complete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4048" y="5349240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✅  Full 3-Tier Architecture: Flask + FastAPI + PostgreSQL
✅  18 DB Tables · 20 API Routers · 36 UI Templates · 19 ORM Models
✅  Enterprise Security: JWT, RBAC, OTP, Bcrypt, Append-Only Audit, RLS
✅  Decision Replay Engine + Versioning + Approval Chain Configuration
✅  Docker Compose Deployment — Production-Ready Containerized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